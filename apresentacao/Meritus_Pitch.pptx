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27b5bd357453e" /><Relationship Type="http://schemas.openxmlformats.org/officeDocument/2006/relationships/extended-properties" Target="/docProps/app.xml" Id="R7dc2c71dcdb245b5" /><Relationship Type="http://schemas.openxmlformats.org/officeDocument/2006/relationships/officeDocument" Target="/ppt/presentation.xml" Id="R538493b584b944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f29e1611a479f"/>
  </p:sldMasterIdLst>
  <p:notesMasterIdLst>
    <p:notesMasterId xmlns:r="http://schemas.openxmlformats.org/officeDocument/2006/relationships" r:id="R38e00ee49ff544aa"/>
  </p:notesMasterIdLst>
  <p:sldIdLst>
    <p:sldId xmlns:r="http://schemas.openxmlformats.org/officeDocument/2006/relationships" id="256" r:id="R0288eb70d13a4e42"/>
    <p:sldId xmlns:r="http://schemas.openxmlformats.org/officeDocument/2006/relationships" id="257" r:id="R7869685dcf674878"/>
    <p:sldId xmlns:r="http://schemas.openxmlformats.org/officeDocument/2006/relationships" id="258" r:id="R722e1f5a7daf41cf"/>
    <p:sldId xmlns:r="http://schemas.openxmlformats.org/officeDocument/2006/relationships" id="259" r:id="Rdefaefdcd150485e"/>
    <p:sldId xmlns:r="http://schemas.openxmlformats.org/officeDocument/2006/relationships" id="260" r:id="R8275ea87104b462c"/>
    <p:sldId xmlns:r="http://schemas.openxmlformats.org/officeDocument/2006/relationships" id="261" r:id="R20b9486c51154b1b"/>
    <p:sldId xmlns:r="http://schemas.openxmlformats.org/officeDocument/2006/relationships" id="262" r:id="R2221016139544118"/>
    <p:sldId xmlns:r="http://schemas.openxmlformats.org/officeDocument/2006/relationships" id="263" r:id="R2d1ea5ff3e744dee"/>
    <p:sldId xmlns:r="http://schemas.openxmlformats.org/officeDocument/2006/relationships" id="264" r:id="R2ff806daa9684569"/>
    <p:sldId xmlns:r="http://schemas.openxmlformats.org/officeDocument/2006/relationships" id="265" r:id="Rbf2b78b084ec47d8"/>
    <p:sldId xmlns:r="http://schemas.openxmlformats.org/officeDocument/2006/relationships" id="266" r:id="R6cbfa4f9fa274eca"/>
    <p:sldId xmlns:r="http://schemas.openxmlformats.org/officeDocument/2006/relationships" id="267" r:id="Ra2d856af5b524c00"/>
    <p:sldId xmlns:r="http://schemas.openxmlformats.org/officeDocument/2006/relationships" id="268" r:id="Rb003825e556e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b107a8ab714a4f" /><Relationship Type="http://schemas.openxmlformats.org/officeDocument/2006/relationships/slideMaster" Target="/ppt/slideMasters/slideMaster1.xml" Id="Rdacf29e1611a479f" /><Relationship Type="http://schemas.openxmlformats.org/officeDocument/2006/relationships/notesMaster" Target="/ppt/notesMasters/notesMaster1.xml" Id="R38e00ee49ff544aa" /><Relationship Type="http://schemas.openxmlformats.org/officeDocument/2006/relationships/presProps" Target="/ppt/presProps.xml" Id="R3c2de21b9e464c36" /><Relationship Type="http://schemas.openxmlformats.org/officeDocument/2006/relationships/tableStyles" Target="/ppt/tableStyles.xml" Id="Ra0f82a8fa4a34b91" /><Relationship Type="http://schemas.openxmlformats.org/officeDocument/2006/relationships/slide" Target="/ppt/slides/slide1.xml" Id="R0288eb70d13a4e42" /><Relationship Type="http://schemas.openxmlformats.org/officeDocument/2006/relationships/slide" Target="/ppt/slides/slide2.xml" Id="R7869685dcf674878" /><Relationship Type="http://schemas.openxmlformats.org/officeDocument/2006/relationships/slide" Target="/ppt/slides/slide3.xml" Id="R722e1f5a7daf41cf" /><Relationship Type="http://schemas.openxmlformats.org/officeDocument/2006/relationships/slide" Target="/ppt/slides/slide4.xml" Id="Rdefaefdcd150485e" /><Relationship Type="http://schemas.openxmlformats.org/officeDocument/2006/relationships/slide" Target="/ppt/slides/slide5.xml" Id="R8275ea87104b462c" /><Relationship Type="http://schemas.openxmlformats.org/officeDocument/2006/relationships/slide" Target="/ppt/slides/slide6.xml" Id="R20b9486c51154b1b" /><Relationship Type="http://schemas.openxmlformats.org/officeDocument/2006/relationships/slide" Target="/ppt/slides/slide7.xml" Id="R2221016139544118" /><Relationship Type="http://schemas.openxmlformats.org/officeDocument/2006/relationships/slide" Target="/ppt/slides/slide8.xml" Id="R2d1ea5ff3e744dee" /><Relationship Type="http://schemas.openxmlformats.org/officeDocument/2006/relationships/slide" Target="/ppt/slides/slide9.xml" Id="R2ff806daa9684569" /><Relationship Type="http://schemas.openxmlformats.org/officeDocument/2006/relationships/slide" Target="/ppt/slides/slide10.xml" Id="Rbf2b78b084ec47d8" /><Relationship Type="http://schemas.openxmlformats.org/officeDocument/2006/relationships/slide" Target="/ppt/slides/slide11.xml" Id="R6cbfa4f9fa274eca" /><Relationship Type="http://schemas.openxmlformats.org/officeDocument/2006/relationships/slide" Target="/ppt/slides/slide12.xml" Id="Ra2d856af5b524c00" /><Relationship Type="http://schemas.openxmlformats.org/officeDocument/2006/relationships/slide" Target="/ppt/slides/slide13.xml" Id="Rb003825e556e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b6c9f12044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65a7f2306641fd" /><Relationship Type="http://schemas.openxmlformats.org/officeDocument/2006/relationships/notesMaster" Target="/ppt/notesMasters/notesMaster1.xml" Id="Rf98618c61b5b43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8c75cb1ba946a4" /><Relationship Type="http://schemas.openxmlformats.org/officeDocument/2006/relationships/notesMaster" Target="/ppt/notesMasters/notesMaster1.xml" Id="R172444ff0d8b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bb451a2f2f4ebd" /><Relationship Type="http://schemas.openxmlformats.org/officeDocument/2006/relationships/notesMaster" Target="/ppt/notesMasters/notesMaster1.xml" Id="Rbb3349247f154d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edd100a9c24f98" /><Relationship Type="http://schemas.openxmlformats.org/officeDocument/2006/relationships/notesMaster" Target="/ppt/notesMasters/notesMaster1.xml" Id="Rce6044f3e24a45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de7e345aef49fe" /><Relationship Type="http://schemas.openxmlformats.org/officeDocument/2006/relationships/notesMaster" Target="/ppt/notesMasters/notesMaster1.xml" Id="R3a549e0fd68844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df73b72ee64cb3" /><Relationship Type="http://schemas.openxmlformats.org/officeDocument/2006/relationships/notesMaster" Target="/ppt/notesMasters/notesMaster1.xml" Id="R980b1134bb4343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e150b9a0d64f80" /><Relationship Type="http://schemas.openxmlformats.org/officeDocument/2006/relationships/notesMaster" Target="/ppt/notesMasters/notesMaster1.xml" Id="R30f65d728745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c2fa997c1b45cc" /><Relationship Type="http://schemas.openxmlformats.org/officeDocument/2006/relationships/notesMaster" Target="/ppt/notesMasters/notesMaster1.xml" Id="R1e9b8a9348b844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150310f3ea4cd2" /><Relationship Type="http://schemas.openxmlformats.org/officeDocument/2006/relationships/notesMaster" Target="/ppt/notesMasters/notesMaster1.xml" Id="Rf597d0dad7f544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bad5d04e424690" /><Relationship Type="http://schemas.openxmlformats.org/officeDocument/2006/relationships/notesMaster" Target="/ppt/notesMasters/notesMaster1.xml" Id="Rd35ce6b7d4414d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414bbb508d423a" /><Relationship Type="http://schemas.openxmlformats.org/officeDocument/2006/relationships/notesMaster" Target="/ppt/notesMasters/notesMaster1.xml" Id="R6e47bd2c14794f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5948e0ddec4280" /><Relationship Type="http://schemas.openxmlformats.org/officeDocument/2006/relationships/notesMaster" Target="/ppt/notesMasters/notesMaster1.xml" Id="Rfc28b0748e1340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eb5f99b75a4975" /><Relationship Type="http://schemas.openxmlformats.org/officeDocument/2006/relationships/notesMaster" Target="/ppt/notesMasters/notesMaster1.xml" Id="R7136445f41fb4a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do pitch, 45 segundos. Pergunte: como transformar uma boa participação em sala em um reconhecimento que o aluno possa usar? O Meritus conecta professores, alunos e empresas por uma moeda virtual acadêmica. Projeto de Laboratório de Desenvolvimento de Software, PUC Minas. Não afirmar validação com usuários ou resultados medidos. Fonte: enunciado LABDESENV_3 (1).pdf, páginas 1 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0:45–1:45. Situação ilustrativa, não pesquisa. Um aluno colabora, participa e ajuda colegas. Como tornar o reconhecimento visível? O enunciado propõe estimular o mérito. Não prometer melhoria de desempenho sem validação.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1:45–2:45. A solução reúne motivo, saldo, histórico e cupom em um circuito simples. As moedas são acadêmicas e virtuais; o sistema não movimenta dinheiro.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2:45–3:45. Mostrar o escopo funcional. Instituições e professores são pré-cadastrados. Alunos e empresas podem se cadastrar. Não há cadastro público de professor. Fonte: LABDESENV_3 (1).pdf.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3:45–8:00. Demonstração em 4min15s: professor envia 200 moedas à Ana com motivo; aluno mostra extrato e notificação; resgata café de 50; copia o código; empresa valida; segunda validação deve ser recusada. Valores assumem aluno com saldo inicial zero. Se a conta já tiver movimentações, apresente o delta. Contas professor@meritus.demo, aluno@meritus.demo, empresa@meritus.demo. Senha Meritus@123.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8:00–9:45. View em src/views. Controller é a função api de AppController.mjs. Model inclui regras MeritService, EmailService e registros relacionais via Repository DAO. Não criamos classes de entidades sem uso. server.mjs e worker/app.mjs adaptam os dois ambientes para o mesmo controlador. O esbuild reúne a interface e o backend em um Worker ESM; a hospedagem usa Cloudflare Workers e 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9:45–11:30. SQL parametrizado no DAO. transactions é o livro de movimentações; gatilhos atualizam users.balance e rejeitam débito sem saldo. O resgate agrupa cupom, débito e duas mensagens em lote atômico. request_key evita repetição. Crédito semestral único por professor e semestre. Fonte: https://developers.cloudflare.com/d1/worker-api/d1-database/.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11:30–12:45. ER em docs/sprints/03/modelos.md. users.role representa aluno, professor ou empresa. offers pertence à empresa. coupons associa aluno, empresa e vantagem. sessions armazena hash do token. Exclusão lógica preserva referências. O modelo conceitual e o modelo de implementação têm mapeamento documentado.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12:45–15:00. Abrir terminal na pasta e confirmar Node 24. Executar node server.mjs e acessar http://localhost:3000. Ctrl+C encerra. O banco data/meritus.sqlite é criado automaticamente. Mostrar a chamada de reconhecimento em app.js e seguir Controller → MeritService → Repository. npm ci e build são necessários apenas para as ferramentas de hospedagem. Fonte: https://nodejs.org/docs/latest-v24.x/api/sqlite.html.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15:00–16:00. Pastas de sprints são versões propostas reconstruídas nesta entrega. Não representam evidência de participação passada nem commits feitos em cada aula. O enunciado considera acompanhamento semanal; arquivos não substituem esse histórico.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16:00–17:00. Executar a suíte. O runner inclui teste agrupador e subtestes na contagem. Testes usam SQLite real em memória. Não comprovam envio externo de e-mail nem substituem a verificação do deploy. Não afirmar testes de carga ou auditoria completa de segurança.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17:00–18:30. Confirmar a URL no guia de deploy. O sistema registra a outbox e integra com Resend. Sem RESEND_API_KEY e EMAIL_FROM, não envia e-mails externos. Contas .demo são fictícias. A interface mostra o modo atual. Melhorias futuras: recuperação de senha e limite de tentativas. Fonte: https://resend.com/docs/api-reference/emails/send-email.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18:30–20:00. Encerrar com a proposta e abrir perguntas. Próxima etapa: piloto com uma turma e parceiros, medindo adesão e resgates, sem inventar resultados. Repositório: https://github.com/vianadv/sistemaMoedaEstudantil.</a:t>
            </a:r>
          </a:p>
          <a:p xmlns:a="http://schemas.openxmlformats.org/drawingml/2006/main">
            <a:r>
              <a:t>Site público em Cloudflare Workers Free e D1 Free: https://meritus-estudantil.vianadv.workers.dev. Contas fictícias na tela inicial.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d38a71b1243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46a0024ac4a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67ee8e0e443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7fcfe9c0440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32444cf694b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d60b2896641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60F0C-CD35-4933-9682-5BB4BD0CD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B29405-29A7-47DC-B23C-C9782FA9AF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811360-CD10-445B-A4EF-A50CDA6FCB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03F681-3290-455E-8E92-DF04C3611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A6F9CF-31A8-4227-B528-9B7EE3BE88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EEF9FD-3E98-433E-9EBC-5E12EC65F7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13D39B-BDC3-4999-80EE-184761AB68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154752-6B04-4A2F-9B81-97BE1D8F20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0C63A0-EC0A-4596-982F-49CE40FFC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3DAEF6-2C35-4085-A37C-7351FEF249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891d502b594b66" /><Relationship Type="http://schemas.openxmlformats.org/officeDocument/2006/relationships/slideLayout" Target="/ppt/slideLayouts/slideLayout1.xml" Id="R0d417c1493844e95" /><Relationship Type="http://schemas.openxmlformats.org/officeDocument/2006/relationships/slideLayout" Target="/ppt/slideLayouts/slideLayout2.xml" Id="Rc8ee5e0d660a4ea0" /><Relationship Type="http://schemas.openxmlformats.org/officeDocument/2006/relationships/slideLayout" Target="/ppt/slideLayouts/slideLayout3.xml" Id="R12f3d817f6e6492f" /><Relationship Type="http://schemas.openxmlformats.org/officeDocument/2006/relationships/slideLayout" Target="/ppt/slideLayouts/slideLayout4.xml" Id="R1b63a83dbba14dff" /><Relationship Type="http://schemas.openxmlformats.org/officeDocument/2006/relationships/slideLayout" Target="/ppt/slideLayouts/slideLayout5.xml" Id="R323b30cb20a24699" /><Relationship Type="http://schemas.openxmlformats.org/officeDocument/2006/relationships/slideLayout" Target="/ppt/slideLayouts/slideLayout6.xml" Id="Ra346e2dd7800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417c1493844e95"/>
    <p:sldLayoutId xmlns:r="http://schemas.openxmlformats.org/officeDocument/2006/relationships" id="2147483650" r:id="Rc8ee5e0d660a4ea0"/>
    <p:sldLayoutId xmlns:r="http://schemas.openxmlformats.org/officeDocument/2006/relationships" id="2147483651" r:id="R12f3d817f6e6492f"/>
    <p:sldLayoutId xmlns:r="http://schemas.openxmlformats.org/officeDocument/2006/relationships" id="2147483652" r:id="R1b63a83dbba14dff"/>
    <p:sldLayoutId xmlns:r="http://schemas.openxmlformats.org/officeDocument/2006/relationships" id="2147483653" r:id="R323b30cb20a24699"/>
    <p:sldLayoutId xmlns:r="http://schemas.openxmlformats.org/officeDocument/2006/relationships" id="2147483654" r:id="Ra346e2dd7800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2aff24f504715" /><Relationship Type="http://schemas.openxmlformats.org/officeDocument/2006/relationships/notesSlide" Target="/ppt/notesSlides/notesSlide1.xml" Id="R71ae77601706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1dbfc88d7f47c1" /><Relationship Type="http://schemas.openxmlformats.org/officeDocument/2006/relationships/notesSlide" Target="/ppt/notesSlides/notesSlide2.xml" Id="R5b042f76ec0d40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e97de77544d47" /><Relationship Type="http://schemas.openxmlformats.org/officeDocument/2006/relationships/notesSlide" Target="/ppt/notesSlides/notesSlide3.xml" Id="Rb819670e341f42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03eb998ca49c4" /><Relationship Type="http://schemas.openxmlformats.org/officeDocument/2006/relationships/notesSlide" Target="/ppt/notesSlides/notesSlide4.xml" Id="R02ed77f783ca42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2adb50f824f2b" /><Relationship Type="http://schemas.openxmlformats.org/officeDocument/2006/relationships/notesSlide" Target="/ppt/notesSlides/notesSlide5.xml" Id="R82e4cfa15a6f47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bff4eeb764d67" /><Relationship Type="http://schemas.openxmlformats.org/officeDocument/2006/relationships/notesSlide" Target="/ppt/notesSlides/notesSlide6.xml" Id="Rcf85fd27eedf44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bea784a394b64" /><Relationship Type="http://schemas.openxmlformats.org/officeDocument/2006/relationships/notesSlide" Target="/ppt/notesSlides/notesSlide7.xml" Id="Rb9e4185094514b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d76d447c64228" /><Relationship Type="http://schemas.openxmlformats.org/officeDocument/2006/relationships/notesSlide" Target="/ppt/notesSlides/notesSlide8.xml" Id="R8b234c1afff2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470b0b13c4dfb" /><Relationship Type="http://schemas.openxmlformats.org/officeDocument/2006/relationships/notesSlide" Target="/ppt/notesSlides/notesSlide9.xml" Id="Ra0bced2287364b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cbeef1b16492d" /><Relationship Type="http://schemas.openxmlformats.org/officeDocument/2006/relationships/notesSlide" Target="/ppt/notesSlides/notesSlide10.xml" Id="Rba9638c256a042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f417790284173" /><Relationship Type="http://schemas.openxmlformats.org/officeDocument/2006/relationships/notesSlide" Target="/ppt/notesSlides/notesSlide11.xml" Id="Rf0efffb7669447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d233a3d3e4ef7" /><Relationship Type="http://schemas.openxmlformats.org/officeDocument/2006/relationships/notesSlide" Target="/ppt/notesSlides/notesSlide12.xml" Id="R343e9d76fca446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7a9478b024845" /><Relationship Type="http://schemas.openxmlformats.org/officeDocument/2006/relationships/notesSlide" Target="/ppt/notesSlides/notesSlide13.xml" Id="R711485a3ea2342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A3585-5763-4B80-A214-3D6982F0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defPPr>
            <a:lvl1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1pPr>
            <a:lvl2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2pPr>
            <a:lvl3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3pPr>
            <a:lvl4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4pPr>
            <a:lvl5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5pPr>
            <a:lvl6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6pPr>
            <a:lvl7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7pPr>
            <a:lvl8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8pPr>
            <a:lvl9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E6CA7C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E6CA7C"/>
                </a:solidFill>
                <a:latin typeface="Arial"/>
                <a:ea typeface="Arial"/>
                <a:cs typeface="Arial"/>
              </a:rPr>
              <a:t>meritus.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494A2-9259-4892-8894-E3C4D682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Reconhecimento que vira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oportunidade no campus</a:t>
            </a:r>
          </a:p>
        </p:txBody>
      </p:sp>
    </p:spTree>
    <p:extLst>
      <p:ext uri="{BB962C8B-B14F-4D97-AF65-F5344CB8AC3E}">
        <p14:creationId xmlns:p14="http://schemas.microsoft.com/office/powerpoint/2010/main" val="1376753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28906-81CE-412B-BB31-726C47C9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A dedicação precisa ser percebida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D3F9A-EFE2-4F02-BDB3-EE35AA1A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Uma participação valiosa pode passar sem um reconhecimento concreto.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9B7D3-75D0-42CF-A71B-8845E8B4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Professor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637D4-4CAA-4D59-9A02-965E7E03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Registrar o mérito e explicar o motivo.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7A019-0433-4979-B564-7F49494C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Aluno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8D32A-4D4B-4B0F-9E4C-12005DD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Acompanhar conquistas e usá-las no dia a dia.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2BF98-1B1F-4067-B841-A91438D5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Empresa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D9B03-56DE-4442-8765-1FAF563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Oferecer vantagens e conferir cada troca.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C64C6-C486-4299-89BA-0500B139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7DEF6-125B-4266-A659-A0EB26F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7BDF3-E711-4C9E-9E89-E24CC8C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2683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1EE87-E2C4-485F-9B3A-D526DBC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Uma moeda conecta os três perfis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D3097-6A80-4834-BEB3-DD13CFA8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Reconhecer → acumular → resgatar → conferir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DD1CC-D426-4BD1-AED6-C2BDF31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01 · Reconhecer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54686-9707-4D7B-A6AE-F5157B02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Professor envia moedas com motivo obrigatório.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F4425-E219-4F5F-BFC2-B3F74074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02 · Resgatar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FC78D-9DC7-4524-A1A4-6CBFBC34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Aluno escolhe uma vantagem e recebe um cupom.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044D7-6D8B-452D-BEE3-0679AA5D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03 · Conferir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D053F-319C-47EB-A57C-560A53F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Empresa confirma a utilização presencial uma única vez.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863B6-FBEE-4A6B-9547-0C3F781D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A0E7F-35D0-41DB-B073-4279BE8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3FBE1-42A2-4A06-9610-143DB8FE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6573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F7B02-1975-47C1-8B7D-548BAEEC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Poucas telas, um fluxo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07A18-FA5F-4A1A-AB26-57159C93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Escopo proporcional às três sprints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BABF3-7EE5-4EE8-AC65-A59D124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Aluno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2476B-842D-446F-94A1-2FA8B4BF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Cadastro completo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Saldo e extrato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Vantagens e cupons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2FB0A-0740-4348-903B-C9EEF56B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Professor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EC4A0-DDEC-4E98-BB93-80B6C416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Instituição e departamento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Crédito semestral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Motivo do reconhecimento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A8DE4-4A8C-4F8B-9CFF-01E9D671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Empresa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9A096-5B56-4F67-8F21-80673C3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Cadastro e edição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Vantagens com foto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Conferência do cupom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5B529-4E46-4EAC-8510-36C049B8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5283C-EDE5-4509-8558-50E78BF8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BB458-47D2-4526-B86A-FB0DAC8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8769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7B553-4E9B-486D-A2A4-A33307B6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A demonstração conta a história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BC402-3B94-404A-AE3A-BB36ADC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Exemplo com saldo inicial do aluno igual a zero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E0D8E-BB58-4F2D-AF13-C0D439A7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F96CC-484C-4DAA-9286-831A659D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moedas de reconhecimento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4DB71-4D99-45ED-B7BB-D1B1128D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− 50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B38AA-20FD-4A73-BFEC-99E4F065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moedas pelo café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1CA46-7465-460F-8930-4B9298D5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70097-4C0F-4871-9B80-A578DDA6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moedas de saldo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48CCB-19AE-4CB7-85F3-65BE1415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885CB-70D9-4CEB-A2E1-363F8E10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32676-B0FD-4D19-9145-61468776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1874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CF32D-2996-4D2B-B4E6-6F2BEBD0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MVC mantém cada responsabilidade clara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2310E-CAB3-48BA-A221-A5EE8C08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A interface pede; o controlador organiza; o modelo aplica e persiste.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1DB15-08B7-41B9-BC13-1A124DA7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94CD6-582F-46D0-A67F-E4EE6E24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HTML + CSS + JavaScript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Formulários e feedback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src/views/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F78BE-4F95-4E0C-B6A4-01CA3078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E2B8B-EAB6-41C9-BC7E-B4345F4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Rotas HTTP e sessão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Validação e permissão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AppController.mjs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63511-E349-4F74-9C46-3910AC3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D355-B39F-4905-AA7E-41361905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Regras e registros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Services + Repository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SQLite / D1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F5E95-EF30-4496-A564-A006559B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11432-6BEB-4035-99F6-DF95163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B6723-1569-43E1-B604-1AC442E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4033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1D699-63FF-44CD-9AF3-3A292CBB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O banco protege o saldo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34F9F-4162-49AA-9D03-BACFF008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Cada movimentação gera um efeito único e rastreável.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0A780-0151-4D18-AE7B-5EE95A15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Transação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4EE82-1CF8-4D4F-98B0-9B129DE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Entrada ou saída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Motivo e participantes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Histórico preservado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FF46B-8687-4EF2-A722-DC1DC978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Integridade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8995B-92DD-484E-91BC-84558F47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Sem saldo negativo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Cupom de uso único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Crédito não se repete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E2A7E-B6D8-480A-B4F5-D39BBF3F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94649-FBA5-4701-98CA-F5C2DF4E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SQLite no computador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D1 na hospedagem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Mesmo contrato do DAO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302AA-6FC2-411E-9EF8-13DC3E2E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3E6E6-2EE6-40E5-9747-6F9BFC43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52E19-1EF6-4464-9CF2-C424E11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311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BF940-2148-443E-A4D5-762554FA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Do modelo ao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F4103-7C12-4886-8128-DB2A247C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Sete tabelas sustentam o protótipo.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FCEE5-5DDB-445D-8334-CE7ED1C8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Identidade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1D2AA-D0AA-48FE-A244-27E592F0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institutions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users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AE48C-8EF1-4AA1-B3A2-C39DE20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Benefícios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0782A-1290-40E5-9169-F9406384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offers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coupons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30F37-5CCC-4206-81CC-A452135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Rastreabilidade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F7304-B160-41B0-9AFD-47496C5E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transactions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emails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AAE47-826E-440F-92F3-85E2F6BA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56FEC-FE44-43AF-B642-7C4038F7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D5958-A46C-444B-947E-1D5126EB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7137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1BD84-C758-46FB-A626-C2661876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Tutorial: execute e encontre o fluxo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FB7F4-CDD7-4024-869E-E68C1A6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Node.js 24 · sem instalar dependências para a versão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DCFC1-C4DF-4BCD-BBB7-B84C3D27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1 · Conferir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011A1-C1EC-421C-A68D-4B265AE4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node --version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A8A9F-21EF-45C6-926D-E660D426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2 · Executar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35C86-B834-425C-B155-DAEF6B00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node server.mjs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F1FF0-BF9D-439F-BCC8-F4A1E37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3 · Testar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932E5-BCE6-4F9D-BBEE-6DEE7ED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node --test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tests/*.test.mjs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BC1EB-2227-4735-B540-C4BB25BE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E0C39-2154-4695-ACFA-4D5E4428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7F1DC-323B-42A7-AF1C-CBB012A8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8265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FFE5B-F601-48D2-8752-28FCFA6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Três sprints, três entregas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2F951-9302-4F50-BAD9-5DB4036A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Planejamento para aulas de 1h40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CD6FE-1775-4080-AA1F-28A6127D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Sprint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4D23E-7810-4A52-A20C-1262B983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Casos de uso e histórias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Classes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BBFBC-D809-494C-BBBA-B28CD4C4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Sprint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B09CC-9E0C-4E4C-AA3D-84600050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Modelo ER e DAO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CRUDs iniciais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E2898-91B0-400D-B963-FC4EDC2E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Sprint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C08F2-36E7-4C37-BA73-2785CFE6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CRUDs e fluxo final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Testes e deploy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Pitch e 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347F5-BFD5-4757-A3F4-F3679ED2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95D98-0543-489E-B1D0-79AF4AE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551EA-9F57-4DB2-B780-497452A5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87058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8253B-894D-4628-9211-42072E5D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Teste o que não pode falhar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346D6-BEE2-48F2-A790-53DB732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Caminho feliz e recusas essenciais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DB2D9-7BA5-44CA-BCFE-2A53D3E0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Acesso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CA103-4CFE-4C96-B557-4A84B81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Sessão obrigatória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Perfil e propriedade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CPF e origem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05118-5212-475C-9948-49891BF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Moedas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9C442-0628-41EB-9FE6-6B87D8C6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Motivo obrigatório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Crédito acumulável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Saldo insuficiente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EFE46-CD44-42D2-B8A1-5A2B697C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Cupons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ED37F-8947-4FDC-A346-952C6F6D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Resgate atômico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Notificação de ambos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Segundo uso bloqueado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EFEA9-F513-41B8-AAB3-128B0771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092D8-C1E6-4A44-A428-16C6B97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002AC-94DC-46FC-9F3E-F185B10D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12621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E2976-865E-4678-9709-A7826CE1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Entrega e condições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3D576-9A5A-4410-83D5-16876BE1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O protótipo informa claramente suas dependências.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9CFC9-502A-419A-AEAB-DDF27F33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2CE52-7029-48B5-9A8C-533BBCBB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Três perfis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CRUDs e persistência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Moedas e cupons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881B2-FD2C-4876-9358-58573B3E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Configurar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68BA3-99F4-4A07-94F4-7938A15B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Chave Resend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Remetente verificado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Destinatários reais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A8DC0-FDF7-4B3D-8286-AB7CBE9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Próximo passo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85475-6643-4AD2-8177-B05ED225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Piloto em uma turma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Recuperação de senha</a:t>
            </a:r>
          </a:p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Proteção contra abuso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0C94A-6013-41F6-9C44-A74C38CB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D7CFE-166F-47CA-8DDB-4E462838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5D203-8598-40A6-9569-E9598A6C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6444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29D86-B918-4E30-A822-E72A40FD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Reconhecimento que o aluno pode usar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35394-322D-4AE1-B194-EEF48251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Acesse: meritus-estudantil.vianadv.workers.dev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39EB7-7D2F-4446-8D9A-576F033E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Professor reconhece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90411-9148-440D-B59D-102CDF3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Registra a dedicação.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0BE78-1943-45B8-A694-DA15D8E7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Aluno conquista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ACEE-6F51-409E-A642-F54224FE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Transforma moedas em vantagens.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F9DB3-F932-446A-B9F1-1C1F81A6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B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34"/>
                </a:solidFill>
                <a:latin typeface="Arial"/>
                <a:ea typeface="Arial"/>
                <a:cs typeface="Arial"/>
              </a:rPr>
              <a:t>O campus se aproxima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4078A-A1AF-4009-83DD-AA31E080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E302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302B"/>
                </a:solidFill>
                <a:latin typeface="Arial"/>
                <a:ea typeface="Arial"/>
                <a:cs typeface="Arial"/>
              </a:rPr>
              <a:t>Conecta ensino e parceiros.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A0526-EDDA-409E-8D17-662079B0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CA7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1C1EF6-7CFB-4C03-ABB1-A369377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MERITUS · LAB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700A7-8868-4A15-BF04-F642F94A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7665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2026-10-21T13:27:31.4380000Z</dcterms:created>
  <dcterms:modified xsi:type="dcterms:W3CDTF">2026-10-21T13:27:31.4380000Z</dcterms:modified>
</coreProperties>
</file>